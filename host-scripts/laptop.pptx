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868D3-4A14-8382-32D0-9EF3ACAF9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D67450-C548-9186-9D2B-4322D0D70D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BF083-62C8-8346-7F13-ABF464A08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4FBD-600F-45DB-AC16-7C0988E66C6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CA2F3-ED21-BA26-B7E1-6DDD64C3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F4821-D77B-F3C6-652D-B47E6BFF7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EC2-BF21-4204-BFB8-F6C43DE9E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198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7F03E-63C4-3815-8661-42E7FCF62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C082C-8AA1-EFAD-8386-0CD4A9DF4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30B4D-C547-1BB3-865B-A72194C7D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4FBD-600F-45DB-AC16-7C0988E66C6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D6503-A9DE-595B-4E72-4B831CDF2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1C927-5A7B-B23D-712D-F3E9F2CF0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EC2-BF21-4204-BFB8-F6C43DE9E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447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FF339-1771-8546-9D2A-323EB7D53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5CDD14-FB8A-2579-95AC-BED5A4E39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2D33F-E961-1755-D163-619FFEFBA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4FBD-600F-45DB-AC16-7C0988E66C6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EA87B-A09B-2CE5-7AEB-AA91D2BAB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AB8C2-3BD8-DD53-68B4-91E3F48B3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EC2-BF21-4204-BFB8-F6C43DE9E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262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63422-0751-A551-664F-13D04472C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85E1F-60F1-C80F-AEC3-3628BE85DC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C18BA5-7546-1178-FE58-4BD27478A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9B7AB6-61E2-3AE9-017F-443587A57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4FBD-600F-45DB-AC16-7C0988E66C6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6F2FD-3602-089A-6A1F-09155A2D4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443B2-27E5-CE1F-2F8E-5E871B09B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EC2-BF21-4204-BFB8-F6C43DE9E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299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BE77A-2035-D09B-0738-AB999BC17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6BD39-00BA-F671-F500-FEDB662A6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588CE9-BE4D-B000-E5F7-671823B9A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636A61-E9D9-BC71-A104-CF468E3D5D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87F01C-3265-78ED-D687-CB42120F63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1EF075-808F-0AA6-B103-FBC0286D1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4FBD-600F-45DB-AC16-7C0988E66C6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16772A-E20C-9044-72AB-65173E40B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619152-9772-51C0-DA75-3B3C28C02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EC2-BF21-4204-BFB8-F6C43DE9E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31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44ED3-02DE-0257-2A8D-B2322A703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39767B-9073-2C7E-0870-3E6BBF931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4FBD-600F-45DB-AC16-7C0988E66C6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3FB737-AD19-5DD1-6DA3-0847CC9C5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644479-87A9-D3F2-F271-B69147D8E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EC2-BF21-4204-BFB8-F6C43DE9E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791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437A2E-E418-E345-4342-39895ADA4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4FBD-600F-45DB-AC16-7C0988E66C6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812E14-D363-A7B5-E513-45E7F73F4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05A59-F388-AD4A-B7FF-B79EF5657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EC2-BF21-4204-BFB8-F6C43DE9E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21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DA9D7-E376-F1EF-27D7-2E82999D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DDE2C-51B1-5B53-62FF-F5186D65A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49183-7D03-59BA-E9D9-E25FAE717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68959-4A2D-3F02-7115-40C6AA4B4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4FBD-600F-45DB-AC16-7C0988E66C6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ED6CA-C15C-5108-19ED-294665C61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0DC5AC-3A00-513E-6B04-DC836631F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EC2-BF21-4204-BFB8-F6C43DE9E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79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36DC2-B993-7274-0418-47D9BBA7F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A1C9D2-C556-52D5-CC92-860C142CD6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772160-C347-D557-AA93-768577BED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EE16B-7091-6779-D62E-2744900FA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4FBD-600F-45DB-AC16-7C0988E66C6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A4E7C6-8B8B-0BC3-AC55-10FDA004D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75EDF8-6208-8AD5-8273-405BB66EB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EC2-BF21-4204-BFB8-F6C43DE9E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887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DDA30-DC85-E52D-5C24-BEF108B63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56EEE1-4BA7-C203-E953-B0C3787184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5D168-688F-F71A-5110-29C7C7B94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4FBD-600F-45DB-AC16-7C0988E66C6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E0C1C-3F71-EF99-6585-B6ABF0640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36F1D-EDED-6F96-861A-3BEBE9E8E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EC2-BF21-4204-BFB8-F6C43DE9E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852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DDDD4C-1E46-F961-B881-6612CC01F8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7BEA0B-21F8-5395-C101-701B25C1BA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4A0AD-19F6-CCD2-24CE-FCA7B0223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4FBD-600F-45DB-AC16-7C0988E66C6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2DB0C-466B-CAF7-5CC4-83D671B41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61BB9-3A33-58FC-C56B-F8140927F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B4EC2-BF21-4204-BFB8-F6C43DE9E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980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035782-FD35-2556-37C1-345C2EA3B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B6F789-ACE2-FAC0-6D40-3AAB68116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FFC0C-59F7-C008-DB44-BD74C79822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F04FBD-600F-45DB-AC16-7C0988E66C6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5DAD8-8CB6-C849-9BD1-E53C670550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880DD-347A-6CFB-A739-9BC190273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FB4EC2-BF21-4204-BFB8-F6C43DE9E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888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3144519-08A2-E324-A4C4-2407B4954C05}"/>
              </a:ext>
            </a:extLst>
          </p:cNvPr>
          <p:cNvGrpSpPr/>
          <p:nvPr/>
        </p:nvGrpSpPr>
        <p:grpSpPr>
          <a:xfrm>
            <a:off x="241187" y="1789755"/>
            <a:ext cx="11709626" cy="2673387"/>
            <a:chOff x="-116340" y="1528497"/>
            <a:chExt cx="13629319" cy="380100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676B132-932F-5DAD-B3AE-C285AFA4E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33285" y="1528497"/>
              <a:ext cx="6125430" cy="380100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4A6643F-FCF1-BA76-8A30-6EA6868B51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16340" y="2555173"/>
              <a:ext cx="3343742" cy="221010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4E89892-9B9F-F26C-6C2A-94F36CF868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378552" y="2536120"/>
              <a:ext cx="4134427" cy="2229161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2AEC565-B2E6-2AD8-1EB2-A28EEBAAF81D}"/>
              </a:ext>
            </a:extLst>
          </p:cNvPr>
          <p:cNvSpPr/>
          <p:nvPr/>
        </p:nvSpPr>
        <p:spPr>
          <a:xfrm>
            <a:off x="241187" y="3045124"/>
            <a:ext cx="3692458" cy="13112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097819-9335-E43C-469E-6E9356C11316}"/>
              </a:ext>
            </a:extLst>
          </p:cNvPr>
          <p:cNvSpPr/>
          <p:nvPr/>
        </p:nvSpPr>
        <p:spPr>
          <a:xfrm>
            <a:off x="241187" y="2515705"/>
            <a:ext cx="3692458" cy="50025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1E68D5-6777-866A-5432-FD4AD6B12508}"/>
              </a:ext>
            </a:extLst>
          </p:cNvPr>
          <p:cNvSpPr/>
          <p:nvPr/>
        </p:nvSpPr>
        <p:spPr>
          <a:xfrm>
            <a:off x="8447227" y="3036498"/>
            <a:ext cx="3692458" cy="13112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BED601-B831-6DFA-EF2B-7D9527B1695A}"/>
              </a:ext>
            </a:extLst>
          </p:cNvPr>
          <p:cNvSpPr/>
          <p:nvPr/>
        </p:nvSpPr>
        <p:spPr>
          <a:xfrm>
            <a:off x="8447227" y="2507079"/>
            <a:ext cx="3692458" cy="50025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7F6BDA-E9E0-CEA0-17B4-0AD5169766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2517" y="2644369"/>
            <a:ext cx="295317" cy="2429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4D1968-4021-F264-9316-8A5EFE84EB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2517" y="3126448"/>
            <a:ext cx="295317" cy="2429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371B8B7-02B3-BB4B-1F2B-E68FED34AE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4168" y="2644369"/>
            <a:ext cx="295317" cy="2429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F34BC13-244E-4CE4-9FDD-6E4CC0DE94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6340" y="3126448"/>
            <a:ext cx="324849" cy="26812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93A48BB-7693-1A52-93D7-589F46102A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6340" y="2644369"/>
            <a:ext cx="324849" cy="26812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B0D2185-4820-98CA-417C-75F67D81C9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0813" y="2644369"/>
            <a:ext cx="324849" cy="26812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919AD8C-4549-FD84-2993-77E589E29C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0813" y="3126447"/>
            <a:ext cx="324849" cy="26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056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Raúl Martínez Zabala</dc:creator>
  <cp:lastModifiedBy>Raúl Martínez Zabala</cp:lastModifiedBy>
  <cp:revision>2</cp:revision>
  <dcterms:created xsi:type="dcterms:W3CDTF">2025-06-04T10:12:10Z</dcterms:created>
  <dcterms:modified xsi:type="dcterms:W3CDTF">2025-06-05T09:51:28Z</dcterms:modified>
</cp:coreProperties>
</file>